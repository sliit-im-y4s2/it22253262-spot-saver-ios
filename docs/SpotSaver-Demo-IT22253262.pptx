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696c6352-c0c8-e762-8ae9-73c87e35f49e}">
          <p14:sldIdLst>
            <p14:sldId id="256"/>
            <p14:sldId id="257"/>
          </p14:sldIdLst>
        </p14:section>
        <p14:section name="App" id="{3b76edfd-666c-7728-87ba-c4507c72d0de}">
          <p14:sldIdLst>
            <p14:sldId id="258"/>
            <p14:sldId id="259"/>
            <p14:sldId id="260"/>
          </p14:sldIdLst>
        </p14:section>
        <p14:section name="Close" id="{35af8542-c0ce-c30d-c7e2-3061e8224ff9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47548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34640"/>
            <a:ext cx="47548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Asan M A M · IT22253262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Spot Saver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34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 personal map of the places you love – cafés, study spots, food and parking.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Asan M A M · IT22253262 · SE4041 Assignment 02 Part A</a:t>
            </a:r>
            <a:endParaRPr lang="en-US" sz="1600" dirty="0"/>
          </a:p>
        </p:txBody>
      </p:sp>
      <p:pic>
        <p:nvPicPr>
          <p:cNvPr id="4" name="Image 0" descr="C:\Users\Asan\AppData\Local\Temp\claude\d--Git-IE1030---DCN-Prorata\f1367a10-4a26-4c04-af38-149772b2a922\scratchpad\deck\img\A01-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365760"/>
            <a:ext cx="2011680" cy="43736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Good places get forgotten</a:t>
            </a:r>
            <a:endParaRPr lang="en-US" sz="3000" dirty="0"/>
          </a:p>
        </p:txBody>
      </p:sp>
      <p:sp>
        <p:nvSpPr>
          <p:cNvPr id="3" name="card-Map apps"/>
          <p:cNvSpPr/>
          <p:nvPr/>
        </p:nvSpPr>
        <p:spPr>
          <a:xfrm>
            <a:off x="45720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Map apps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Show every business, not the places you rated, and hold no personal notes.</a:t>
            </a:r>
            <a:endParaRPr lang="en-US" sz="1300" dirty="0"/>
          </a:p>
        </p:txBody>
      </p:sp>
      <p:sp>
        <p:nvSpPr>
          <p:cNvPr id="8" name="card-Notes apps"/>
          <p:cNvSpPr/>
          <p:nvPr/>
        </p:nvSpPr>
        <p:spPr>
          <a:xfrm>
            <a:off x="326898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1860" y="14173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18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5186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Notes apps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5186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Keep the text but not the location, so getting back needs another app.</a:t>
            </a:r>
            <a:endParaRPr lang="en-US" sz="1300" dirty="0"/>
          </a:p>
        </p:txBody>
      </p:sp>
      <p:sp>
        <p:nvSpPr>
          <p:cNvPr id="13" name="card-Photos"/>
          <p:cNvSpPr/>
          <p:nvPr/>
        </p:nvSpPr>
        <p:spPr>
          <a:xfrm>
            <a:off x="6080760" y="1234440"/>
            <a:ext cx="26060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1920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Photos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286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Have a location but no rating, category or comment.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For students, people new to a city and commuters: save a place in seconds, find it again, get directions.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Save, find and return</a:t>
            </a:r>
            <a:endParaRPr lang="en-US" sz="3000" dirty="0"/>
          </a:p>
        </p:txBody>
      </p:sp>
      <p:pic>
        <p:nvPicPr>
          <p:cNvPr id="3" name="Image 0" descr="C:\Users\Asan\AppData\Local\Temp\claude\d--Git-IE1030---DCN-Prorata\f1367a10-4a26-4c04-af38-149772b2a922\scratchpad\deck\img\A02-map-selec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1417320" cy="308143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0292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Long-press to save; tap a pin</a:t>
            </a:r>
            <a:endParaRPr lang="en-US" sz="1200" dirty="0"/>
          </a:p>
        </p:txBody>
      </p:sp>
      <p:pic>
        <p:nvPicPr>
          <p:cNvPr id="5" name="Image 1" descr="C:\Users\Asan\AppData\Local\Temp\claude\d--Git-IE1030---DCN-Prorata\f1367a10-4a26-4c04-af38-149772b2a922\scratchpad\deck\img\A04-li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097280"/>
            <a:ext cx="1417320" cy="308143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260604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Spots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Search, filter, sort, swipe</a:t>
            </a:r>
            <a:endParaRPr lang="en-US" sz="1200" dirty="0"/>
          </a:p>
        </p:txBody>
      </p:sp>
      <p:pic>
        <p:nvPicPr>
          <p:cNvPr id="7" name="Image 2" descr="C:\Users\Asan\AppData\Local\Temp\claude\d--Git-IE1030---DCN-Prorata\f1367a10-4a26-4c04-af38-149772b2a922\scratchpad\deck\img\A05-detail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097280"/>
            <a:ext cx="1417320" cy="308143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470916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Details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Directions and visit history</a:t>
            </a:r>
            <a:endParaRPr lang="en-US" sz="1200" dirty="0"/>
          </a:p>
        </p:txBody>
      </p:sp>
      <p:pic>
        <p:nvPicPr>
          <p:cNvPr id="9" name="Image 3" descr="C:\Users\Asan\AppData\Local\Temp\claude\d--Git-IE1030---DCN-Prorata\f1367a10-4a26-4c04-af38-149772b2a922\scratchpad\deck\img\A03-edito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097280"/>
            <a:ext cx="1417320" cy="308143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10" name="Text 4"/>
          <p:cNvSpPr txBox="1"/>
          <p:nvPr/>
        </p:nvSpPr>
        <p:spPr>
          <a:xfrm>
            <a:off x="6812280" y="4224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Editor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Address fills in automatically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MapKit at the centre of the app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MapKit for SwiftUI: custom animated pins, long-press to drop a spot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Reverse geocoding fills the address (MKReverseGeocodingRequest)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Directions through Apple Maps in one tap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CoreLocation live updates power "Nearest" sorting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SwiftData stores spots on the device; photos in external storage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Surprise Me flies the camera to a spot you haven't visited in 2+ weeks</a:t>
            </a:r>
            <a:endParaRPr lang="en-US" sz="1500" dirty="0"/>
          </a:p>
        </p:txBody>
      </p:sp>
      <p:pic>
        <p:nvPicPr>
          <p:cNvPr id="4" name="Image 0" descr="C:\Users\Asan\AppData\Local\Temp\claude\d--Git-IE1030---DCN-Prorata\f1367a10-4a26-4c04-af38-149772b2a922\scratchpad\deck\img\A06-dark-mode-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097280"/>
            <a:ext cx="1600200" cy="347904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Built to a professional standard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14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 tests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234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057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UI tests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 components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6974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520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layers: views, logic, services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2344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Dark Mode and Dynamic Type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VoiceOver labels; adjustable star rating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iPad sidebar and landscape layouts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Photos downscaled to save memory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Live demo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28346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Next: iCloud sync, sharing spots with friends and a home-screen widget.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Thank you – questions welcome.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Asan M A M · IT22253262</a:t>
            </a:r>
            <a:endParaRPr lang="en-US" sz="1600" dirty="0"/>
          </a:p>
        </p:txBody>
      </p:sp>
      <p:pic>
        <p:nvPicPr>
          <p:cNvPr id="4" name="Image 0" descr="C:\Users\Asan\AppData\Local\Temp\claude\d--Git-IE1030---DCN-Prorata\f1367a10-4a26-4c04-af38-149772b2a922\scratchpad\deck\img\A06-dark-mode-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365760"/>
            <a:ext cx="2011680" cy="437365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ot Saver">
  <a:themeElements>
    <a:clrScheme name="Spot Saver">
      <a:dk1>
        <a:srgbClr val="1E2A2A"/>
      </a:dk1>
      <a:lt1>
        <a:srgbClr val="FFFFFF"/>
      </a:lt1>
      <a:dk2>
        <a:srgbClr val="0B4F4F"/>
      </a:dk2>
      <a:lt2>
        <a:srgbClr val="E6F6F5"/>
      </a:lt2>
      <a:accent1>
        <a:srgbClr val="0FA3A3"/>
      </a:accent1>
      <a:accent2>
        <a:srgbClr val="F97316"/>
      </a:accent2>
      <a:accent3>
        <a:srgbClr val="6366F1"/>
      </a:accent3>
      <a:accent4>
        <a:srgbClr val="3B82F6"/>
      </a:accent4>
      <a:accent5>
        <a:srgbClr val="8B5E3C"/>
      </a:accent5>
      <a:accent6>
        <a:srgbClr val="5F7A7A"/>
      </a:accent6>
      <a:hlink>
        <a:srgbClr val="0FA3A3"/>
      </a:hlink>
      <a:folHlink>
        <a:srgbClr val="0B4F4F"/>
      </a:folHlink>
    </a:clrScheme>
    <a:fontScheme name="Spot Sav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 Saver – Demo</dc:title>
  <dc:subject>PptxGenJS Presentation</dc:subject>
  <dc:creator>Asan M A M (IT22253262)</dc:creator>
  <cp:lastModifiedBy>Asan M A M (IT22253262)</cp:lastModifiedBy>
  <cp:revision>1</cp:revision>
  <dcterms:created xsi:type="dcterms:W3CDTF">2026-10-15T13:15:17Z</dcterms:created>
  <dcterms:modified xsi:type="dcterms:W3CDTF">2026-10-15T13:15:17Z</dcterms:modified>
</cp:coreProperties>
</file>